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8191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SOLAR TRACKING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14400" y="5394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Objective: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1521440" y="6355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70000"/>
              </a:lnSpc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sun's movement using a mathematical equation</a:t>
            </a:r>
            <a:endParaRPr lang="en-US" sz="2200" dirty="0"/>
          </a:p>
          <a:p>
            <a:pPr marL="342900" indent="-342900" algn="l">
              <a:lnSpc>
                <a:spcPct val="170000"/>
              </a:lnSpc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servo motor to physically rotate the panel</a:t>
            </a:r>
            <a:endParaRPr lang="en-US" sz="2200" dirty="0"/>
          </a:p>
          <a:p>
            <a:pPr marL="342900" indent="-342900" algn="l">
              <a:lnSpc>
                <a:spcPct val="170000"/>
              </a:lnSpc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real world effects like temperature and cloud cover</a:t>
            </a:r>
            <a:endParaRPr lang="en-US" sz="2200" dirty="0"/>
          </a:p>
          <a:p>
            <a:pPr marL="342900" indent="-342900" algn="l">
              <a:lnSpc>
                <a:spcPct val="170000"/>
              </a:lnSpc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energy output of tracked panel vs fixed panel</a:t>
            </a:r>
            <a:endParaRPr lang="en-US" sz="2200" dirty="0"/>
          </a:p>
          <a:p>
            <a:pPr marL="342900" indent="-342900" algn="l">
              <a:lnSpc>
                <a:spcPct val="170000"/>
              </a:lnSpc>
              <a:buSzPct val="100000"/>
              <a:buFont typeface="+mj-lt"/>
              <a:buAutoNum type="arabicPeriod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solar tracking increases energy by at least 35%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5273"/>
            <a:ext cx="10881360" cy="196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b="1" dirty="0">
              <a:solidFill>
                <a:srgbClr val="1F386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n-US" sz="3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Theory:</a:t>
            </a:r>
          </a:p>
          <a:p>
            <a:pPr marL="0" indent="0" algn="l">
              <a:buNone/>
            </a:pPr>
            <a:endParaRPr lang="en-US" sz="2800" b="1" dirty="0">
              <a:solidFill>
                <a:srgbClr val="1F386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n-US" sz="2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Solar Tracking System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521440" y="6355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417319"/>
            <a:ext cx="10881360" cy="282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solar tracking system is a mechanism that continuously rotates a solar panel so that it remains facing the Sun throughout the day. By maintaining the optimum angle of incidence, the panel receives maximum sunlight and generates more electrical energy than a fixed solar panel.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0560" y="2427824"/>
            <a:ext cx="10850880" cy="4122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500" b="1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500" b="1" dirty="0">
              <a:solidFill>
                <a:srgbClr val="3333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200000"/>
              </a:lnSpc>
            </a:pPr>
            <a:r>
              <a:rPr lang="en-IN" sz="2500" b="1" dirty="0"/>
              <a:t>Sun Position </a:t>
            </a:r>
            <a:r>
              <a:rPr lang="en-IN" sz="2500" b="1" dirty="0" err="1"/>
              <a:t>Modeling</a:t>
            </a:r>
            <a:endParaRPr lang="en-IN" sz="2500" b="1" dirty="0"/>
          </a:p>
          <a:p>
            <a:r>
              <a:rPr lang="en-IN" sz="2200" dirty="0"/>
              <a:t>In this project, the Sun's movement is represented using a </a:t>
            </a:r>
            <a:r>
              <a:rPr lang="en-IN" sz="2200" b="1" dirty="0"/>
              <a:t>sine wave</a:t>
            </a:r>
            <a:r>
              <a:rPr lang="en-IN" sz="2200" dirty="0"/>
              <a:t> in MATLAB Simulink. The sine wave produces a smooth change in the sun angle from sunrise to sunset and acts as the reference signal for the controller</a:t>
            </a:r>
            <a:r>
              <a:rPr lang="en-IN" sz="2800" dirty="0"/>
              <a:t>.</a:t>
            </a:r>
          </a:p>
        </p:txBody>
      </p:sp>
      <p:sp>
        <p:nvSpPr>
          <p:cNvPr id="6" name="Text 4"/>
          <p:cNvSpPr/>
          <p:nvPr/>
        </p:nvSpPr>
        <p:spPr>
          <a:xfrm>
            <a:off x="914400" y="2677886"/>
            <a:ext cx="10332720" cy="3677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  <a:buSzPct val="100000"/>
            </a:pP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890867"/>
            <a:ext cx="10881360" cy="347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Effects: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1521440" y="6355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Irradiance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irradiance is the amount of sunlight reaching the surface of the solar panel.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12367"/>
            <a:ext cx="3429000" cy="1213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W/m²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0" y="1600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Effect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389120" y="2103119"/>
            <a:ext cx="3429000" cy="227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irradiance increases, the solar panel absorbs more heat, causing its temperature to rise.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1600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Disturbance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138160" y="2103119"/>
            <a:ext cx="3429000" cy="391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practical conditions, clouds randomly block sunlight, causing sudden variations in solar intensity. This is simulated using a Band-Limited White Noise block, producing fluctuations similar to real changing weather.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38160" y="4160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Simulink Block Diagram: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1521440" y="6355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143A32-0ECE-562D-082A-C6C340DFC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48" y="1280160"/>
            <a:ext cx="9843796" cy="4592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1521440" y="6355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Sun Angle vs Panel Angle</a:t>
            </a:r>
            <a:endParaRPr lang="en-US" sz="2500" dirty="0"/>
          </a:p>
        </p:txBody>
      </p:sp>
      <p:pic>
        <p:nvPicPr>
          <p:cNvPr id="5" name="Image 0" descr="images/image-6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12064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120640" cy="260604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7200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 angle closely follows the sun angle throughout the simulation.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accurate solar tracking by the PID controller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3716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Tracking Error Signal</a:t>
            </a:r>
            <a:endParaRPr lang="en-US" sz="2500" dirty="0"/>
          </a:p>
        </p:txBody>
      </p:sp>
      <p:pic>
        <p:nvPicPr>
          <p:cNvPr id="9" name="Image 1" descr="images/image-6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83080"/>
            <a:ext cx="5120640" cy="2606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783080"/>
            <a:ext cx="5120640" cy="2606040"/>
          </a:xfrm>
          <a:prstGeom prst="rect">
            <a:avLst/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09360" y="457200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between the sun angle and panel angle remains very small.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fluctuations are caused by simulated cloud disturbances, demonstrating stable and accurate PID control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1521440" y="6355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-289248"/>
            <a:ext cx="5349240" cy="214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Power Output Comparison</a:t>
            </a:r>
            <a:endParaRPr lang="en-US" sz="2500" dirty="0"/>
          </a:p>
        </p:txBody>
      </p:sp>
      <p:pic>
        <p:nvPicPr>
          <p:cNvPr id="5" name="Image 0" descr="images/image-7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94319"/>
            <a:ext cx="5120640" cy="24576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068147"/>
            <a:ext cx="5349240" cy="2241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tracked solar panel generates higher power than the fixed solar panel.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power occurs when the panel is properly aligned with the Sun; the fixed panel produces comparatively lower power throughout the day.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09360" y="-137159"/>
            <a:ext cx="5349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Irradiance and Panel Temperature</a:t>
            </a:r>
            <a:endParaRPr lang="en-US" sz="2500" dirty="0"/>
          </a:p>
        </p:txBody>
      </p:sp>
      <p:pic>
        <p:nvPicPr>
          <p:cNvPr id="9" name="Image 1" descr="images/image-7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194319"/>
            <a:ext cx="5120640" cy="24576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4068147"/>
            <a:ext cx="5349240" cy="2241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irradiance increases from morning to noon and decreases toward evening.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temperature follows a similar trend since higher irradiance causes more heating, slightly reducing efficiency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F62C6E-FD45-9034-8E05-E932535CB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1" y="1194319"/>
            <a:ext cx="5120640" cy="24576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7290BD-56C4-B4C4-7058-AA9913A7CA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216710"/>
            <a:ext cx="5120640" cy="24576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396</Words>
  <Application>Microsoft Office PowerPoint</Application>
  <PresentationFormat>Widescreen</PresentationFormat>
  <Paragraphs>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Solar Tracking System</dc:title>
  <dc:subject>PptxGenJS Presentation</dc:subject>
  <dc:creator>Your Name</dc:creator>
  <cp:lastModifiedBy>Vinay Kumbar</cp:lastModifiedBy>
  <cp:revision>7</cp:revision>
  <dcterms:created xsi:type="dcterms:W3CDTF">2026-07-08T16:32:38Z</dcterms:created>
  <dcterms:modified xsi:type="dcterms:W3CDTF">2026-07-26T07:13:45Z</dcterms:modified>
</cp:coreProperties>
</file>